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34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6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14C4B0">
              <a:alpha val="30000"/>
            </a:srgbClr>
          </a:solidFill>
          <a:ln w="12700">
            <a:solidFill>
              <a:srgbClr val="14C4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713" y="4354830"/>
            <a:ext cx="1836778" cy="1668780"/>
          </a:xfrm>
          <a:prstGeom prst="ellipse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REDROB HACKATHON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" y="621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Data &amp; AI Challenge: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9326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Intelligent Candidate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548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We Read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People,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Not Documents.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8"/>
                </a:solidFill>
              </a:rPr>
              <a:t>A six-layer candidate intelligence engine that ranks 100K profiles by who they genuinely are — not by how well they wrote their resume.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1965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0D1B2A"/>
                </a:solidFill>
              </a:rPr>
              <a:t>TEAM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01168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EklaCholo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" y="2715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0D1B2A"/>
                </a:solidFill>
              </a:rPr>
              <a:t>LEADER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1168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Sakshi Soni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" y="3465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0D1B2A"/>
                </a:solidFill>
              </a:rPr>
              <a:t>MEMBER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1168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Swikruti Soni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4C4B0"/>
                </a:solidFill>
              </a:rPr>
              <a:t>github.com/thesonisakshi/hired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SOLUTION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Reading people, not documents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D9E8E"/>
                </a:solidFill>
              </a:rPr>
              <a:t>WHAT IS IT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A two-phase intelligent ranking engine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182880" cy="18288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Offline pre-computation builds deep candidate representations — no time limit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182880" cy="18288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Online ranking completes in ~16 seconds for 100K candidates on CPU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182880" cy="18288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363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Six independent scoring layers, each targeting a different failure mode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182880" cy="18288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5818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Reasoning column generated from computed scalars — zero hallucination by 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D9E8E"/>
                </a:solidFill>
              </a:rPr>
              <a:t>WHAT DIFFERENTIATES 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Three things no ATS does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92040" y="19933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C4B0"/>
                </a:solidFill>
              </a:rPr>
              <a:t>Evidence narratives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Embeds what candidates DID (action-verb sentences), not what they claim to know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862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C4B0"/>
                </a:solidFill>
              </a:rPr>
              <a:t>Variance penalty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1181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High-semantic + low-specificity = untrustworthy. Dimensional disagreement is a red flag.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730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C4B0"/>
                </a:solidFill>
              </a:rPr>
              <a:t>Behavioral archetypes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9867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7 named hirability patterns — a dormant genius ranks below an active 0.75-fit match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JD UNDERSTANDING &amp; CANDIDATE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Five facets. Not one monolithic query.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72768" cy="3566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572768" cy="7315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4904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3898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Embeddings, vector DBs, hybrid retrieval, FAISS, reranking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572768" cy="3566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97280"/>
            <a:ext cx="157276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143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14904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Rigor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1920240"/>
            <a:ext cx="13898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NDCG, MRR, offline benchmarks, A/B testing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1097280"/>
            <a:ext cx="1572768" cy="3566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097280"/>
            <a:ext cx="1572768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143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49040" y="14904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Engineer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13898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Shipped to real users, product co, not pure research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1097280"/>
            <a:ext cx="1572768" cy="3566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097280"/>
            <a:ext cx="157276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143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14904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Mindset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1920240"/>
            <a:ext cx="13898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Async writing, ownership, founding-team comfort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1097280"/>
            <a:ext cx="1572768" cy="3566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097280"/>
            <a:ext cx="1572768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143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−10%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23760" y="14904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Anti-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Patterns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0" y="1920240"/>
            <a:ext cx="13898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Services-only, pure research, LangChain-wrapper only AI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Anti-patterns facet is negatively weighted — high similarity to it PENALISES the candidate score.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RANKING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Six layers. One composite score. No keyword matching.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98064" cy="1572768"/>
          </a:xfrm>
          <a:prstGeom prst="roundRect">
            <a:avLst>
              <a:gd name="adj" fmla="val 5814"/>
            </a:avLst>
          </a:prstGeom>
          <a:solidFill>
            <a:srgbClr val="1326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52728"/>
            <a:ext cx="457200" cy="45720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JD Facet Decomposition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177393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5 independent semantic query vectors — not one monolith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98064" cy="1572768"/>
          </a:xfrm>
          <a:prstGeom prst="roundRect">
            <a:avLst>
              <a:gd name="adj" fmla="val 5814"/>
            </a:avLst>
          </a:prstGeom>
          <a:solidFill>
            <a:srgbClr val="1326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5272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 Narrative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64992" y="177393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Action-verb sentences only — what they built, not what they listed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115568"/>
            <a:ext cx="2798064" cy="1572768"/>
          </a:xfrm>
          <a:prstGeom prst="roundRect">
            <a:avLst>
              <a:gd name="adj" fmla="val 5814"/>
            </a:avLst>
          </a:prstGeom>
          <a:solidFill>
            <a:srgbClr val="1326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25272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Specificity Entropy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177393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Regex-based: numbers, versioned tools, failure language, temporal precision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2798064" cy="1572768"/>
          </a:xfrm>
          <a:prstGeom prst="roundRect">
            <a:avLst>
              <a:gd name="adj" fmla="val 5814"/>
            </a:avLst>
          </a:prstGeom>
          <a:solidFill>
            <a:srgbClr val="1326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" y="300837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Consistency Graph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" y="3529584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6 cross-field checks — global contradictions are red flags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71216"/>
            <a:ext cx="2798064" cy="1572768"/>
          </a:xfrm>
          <a:prstGeom prst="roundRect">
            <a:avLst>
              <a:gd name="adj" fmla="val 5814"/>
            </a:avLst>
          </a:prstGeom>
          <a:solidFill>
            <a:srgbClr val="1326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00837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Honeypot Detection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64992" y="3529584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Timeline logic hard-zeros impossible profiles before scoring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2871216"/>
            <a:ext cx="2798064" cy="1572768"/>
          </a:xfrm>
          <a:prstGeom prst="roundRect">
            <a:avLst>
              <a:gd name="adj" fmla="val 5814"/>
            </a:avLst>
          </a:prstGeom>
          <a:solidFill>
            <a:srgbClr val="1326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3008376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0568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Behavioral Archetypes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3529584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7 hirability patterns · 0.20–1.30 multiplier · applied last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4617720"/>
            <a:ext cx="8631936" cy="402336"/>
          </a:xfrm>
          <a:prstGeom prst="roundRect">
            <a:avLst>
              <a:gd name="adj" fmla="val 13636"/>
            </a:avLst>
          </a:prstGeom>
          <a:solidFill>
            <a:srgbClr val="0D9E8E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636008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(semantic×0.30 + specificity×0.20 + consistency×0.20 + trajectory×0.15 + logistics×0.15 − variance_penalty) × behavior_multiplier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EXPLAINABILITY &amp; DATA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Grounded reasoning. Zero hallucination by design.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98064" cy="388620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7864" y="1207008"/>
            <a:ext cx="640080" cy="64008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1197864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" y="19933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decisions are explained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2542032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Every reasoning string is generated from computed scalars — not from LLM inference. The generator references: total years of experience (date arithmetic), company type (lookup table), evidenced skills (regex from descriptions), behavioral archetype (threshold rules), and consistency flags. Every claim is traceable to a specific data field.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798064" cy="388620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42232" y="1207008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142232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hallucination is prevented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542032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The reasoning generator is a template function over computed scalars — not a language model. It can only reference fields computed from the candidate's actual data. If a skill doesn't appear in the candidate's own descriptions, it cannot appear in the reasoning. Hallucination is architecturally impossible.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1078992"/>
            <a:ext cx="2798064" cy="388620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2070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1928" y="19933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suspicious profiles are handled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542032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Three tiers: Hard disqualification (score = 0) for timeline impossibilities and impossible expert claims. Consistency penalty (up to −60%) for cross-field contradictions. Variance penalty (up to −20%) for profiles that score high on semantics but low on specificity — the 'neat paper' trap.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END-TO-END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 phases. One clean pipeline.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06240" cy="3822192"/>
          </a:xfrm>
          <a:prstGeom prst="roundRect">
            <a:avLst>
              <a:gd name="adj" fmla="val 2392"/>
            </a:avLst>
          </a:prstGeom>
          <a:solidFill>
            <a:srgbClr val="0E234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D9E8E"/>
                </a:solidFill>
              </a:rPr>
              <a:t>OFFLINE PHASE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once · No time limit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 → decompose into 5 facets → embed with bge-small-en-v1.5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of 100K candidates: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Honeypot detection (timeline + expert-claim logic)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JD disqualifier check (services-only, no deploy, domain)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Build evidence narrative (action verbs only)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Specificity entropy score (5 regex dimensions)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Cross-field consistency (6 checks + flag list)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Career trajectory arc (verb evolution over time)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Logistics score (location + notice period)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Behavioral archetype (23 signals → 7 classes)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Batch-embed all narratives → candidate_embeddings.npy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all features → features.parquet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35424" y="2743200"/>
            <a:ext cx="164592" cy="18288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1078992"/>
            <a:ext cx="4206240" cy="3822192"/>
          </a:xfrm>
          <a:prstGeom prst="roundRect">
            <a:avLst>
              <a:gd name="adj" fmla="val 2392"/>
            </a:avLst>
          </a:prstGeom>
          <a:solidFill>
            <a:srgbClr val="0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4C4B0"/>
                </a:solidFill>
              </a:rPr>
              <a:t>ONLINE RANKING PHASE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64608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 5 minutes · CPU only · No network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artifacts (embeddings + parquet) ...... ~5s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multiply: 100K × 5 facets .......... ~5s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facet sum → semantic score ........ ~1s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 score (weighted - variance_pen) .. ~2s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Zero-out honeypots + disqualified .......... ~1s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descending → take top 100 ............ &lt;1s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reasoning from scalars ........... ~2s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CSV output .......................... &lt;1s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~16 seconds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62272" y="2907792"/>
            <a:ext cx="237744" cy="36576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7614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E8E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Three layers. Each closer to the actual person.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98064" cy="3858768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98064" cy="603504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Offline Computation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Any machine · Runs once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" y="1847088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4708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Candidate JSONL.GZ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2414016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140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Evidence Narrative Builder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" y="2980944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98094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Sentence Encoder (bge-small-en-v1.5)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547872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5478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Feature Extractors ×6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" y="4114800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411480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Artifact Store (.npy + .parquet)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078992"/>
            <a:ext cx="2798064" cy="3858768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78992"/>
            <a:ext cx="2798064" cy="603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Online Ranking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4447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CPU only · &lt; 5 min enforced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47088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184708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Artifact Loader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414016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3419856" y="24140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Matrix Similarity Scorer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2980944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3419856" y="298094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Weighted Composite Scorer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547872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35478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Variance Penalty + Behavioral 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4114800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3419856" y="411480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Top-100 Selector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4681728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3419856" y="468172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Reasoning Generator → CSV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1078992"/>
            <a:ext cx="2798064" cy="3858768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078992"/>
            <a:ext cx="27980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Quality Assurance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4496" y="14447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Pre-submission validation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81928" y="1847088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6364224" y="184708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Honeypot Rate Checker (&lt; 10%)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81928" y="2414016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24140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Format Validator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81928" y="2980944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44" name="Text 42"/>
          <p:cNvSpPr/>
          <p:nvPr/>
        </p:nvSpPr>
        <p:spPr>
          <a:xfrm>
            <a:off x="6364224" y="298094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Score Monotonicity Checker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81928" y="3547872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6364224" y="35478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Reasoning Grounding Verifier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RESULTS &amp;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Fast, compliant, and defensible.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1155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E8E"/>
                </a:solidFill>
              </a:rPr>
              <a:t>~16s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" y="17739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Total ranking 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for 100K candidates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/>
        </p:spPr>
      </p:sp>
      <p:sp>
        <p:nvSpPr>
          <p:cNvPr id="9" name="Text 7"/>
          <p:cNvSpPr/>
          <p:nvPr/>
        </p:nvSpPr>
        <p:spPr>
          <a:xfrm>
            <a:off x="2450592" y="11155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E8E"/>
                </a:solidFill>
              </a:rPr>
              <a:t>~0%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7739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Honeypot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in top 100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45152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1155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E8E"/>
                </a:solidFill>
              </a:rPr>
              <a:t>&lt;450MB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45152" y="17739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Peak RAM usage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during ranking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105156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0E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39712" y="11155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E8E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39712" y="17739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Network calls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8C4"/>
                </a:solidFill>
              </a:rPr>
              <a:t>during ranking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D9E8E"/>
                </a:solidFill>
              </a:rPr>
              <a:t>RUNTIME BREAKDOWN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4114800" cy="310896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9443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47872" y="29443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255264"/>
            <a:ext cx="4114800" cy="310896"/>
          </a:xfrm>
          <a:prstGeom prst="rect">
            <a:avLst/>
          </a:prstGeom>
          <a:solidFill>
            <a:srgbClr val="12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2552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Load .npy + .parquet artifacts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47872" y="32552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~5s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566160"/>
            <a:ext cx="4114800" cy="310896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566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Matrix similarity (100K × 5 facets)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7872" y="3566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~5s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877056"/>
            <a:ext cx="4114800" cy="310896"/>
          </a:xfrm>
          <a:prstGeom prst="rect">
            <a:avLst/>
          </a:prstGeom>
          <a:solidFill>
            <a:srgbClr val="122A45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8770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Composite scoring (vectorised)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47872" y="387705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~3s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4187952"/>
            <a:ext cx="4114800" cy="310896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187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Top-100 selection + reasoning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47872" y="41879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~3s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498848"/>
            <a:ext cx="4114800" cy="310896"/>
          </a:xfrm>
          <a:prstGeom prst="rect">
            <a:avLst/>
          </a:prstGeom>
          <a:solidFill>
            <a:srgbClr val="0E4D3A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4498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47872" y="44988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C4B0"/>
                </a:solidFill>
              </a:rPr>
              <a:t>~16s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2651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D9E8E"/>
                </a:solidFill>
              </a:rPr>
              <a:t>WHY THIS OUTPERFORMS KEYWORD SYSTEMS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999232"/>
            <a:ext cx="164592" cy="164592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29626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4"/>
                </a:solidFill>
              </a:rPr>
              <a:t>Surfaces plain-language candidates keyword systems miss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164592" cy="164592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33009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4"/>
                </a:solidFill>
              </a:rPr>
              <a:t>Suppresses keyword stuffers via specificity entropy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675888"/>
            <a:ext cx="164592" cy="164592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36393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4"/>
                </a:solidFill>
              </a:rPr>
              <a:t>Eliminates honeypots structurally before ranking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4014216"/>
            <a:ext cx="164592" cy="164592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44" name="Text 42"/>
          <p:cNvSpPr/>
          <p:nvPr/>
        </p:nvSpPr>
        <p:spPr>
          <a:xfrm>
            <a:off x="4919472" y="39776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4"/>
                </a:solidFill>
              </a:rPr>
              <a:t>Accounts for real availability via behavioral archetypes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4352544"/>
            <a:ext cx="164592" cy="164592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43159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4"/>
                </a:solidFill>
              </a:rPr>
              <a:t>Variance penalty punishes 'neat paper' inflated profiles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63440" y="4690872"/>
            <a:ext cx="164592" cy="164592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46542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4"/>
                </a:solidFill>
              </a:rPr>
              <a:t>Fully CPU-compliant — ~150MB peak for embeddings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TECHNOLOGIES USED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Everything runs locally. No API. No GPU. No surprises.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CORE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1790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Local embedding inference — no API, runs on CPU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1078992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0700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MODEL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57784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BAAI/bge-small-en-v1.5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51790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Best CPU speed/quality ratio for retrieval tasks (33M params, 384-dim)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011680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9696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9E8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CORE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972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245059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Vectorised 100K×5 similarity matrix in ~5 seconds on CPU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2011680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39696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9E8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CORE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5778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+ pyarrow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45059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Fast parquet I/O for pre-computed feature store (~15MB)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944368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72384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UTIL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9728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338328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Cosine similarity utilities and data handling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2944368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072384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UTIL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7784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 (stdlib)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338328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Specificity entropy extraction — 5 dimensions, zero ML overhead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3877056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005072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0050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UTIL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9728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python-dateutil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4048" y="431596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Robust date parsing for behavioral signal recency scoring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36592" y="3877056"/>
            <a:ext cx="422452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005072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0050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UTIL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57784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gzip (stdlib)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431596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Native JSONL.GZ streaming without full decompression to disk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645152"/>
            <a:ext cx="8631936" cy="329184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466344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Explicitly NOT used:   LLMs at inference time  ·  GPU  ·  External APIs  ·  LangChain  ·  Any cloud service during ranking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E8E"/>
                </a:solidFill>
              </a:rPr>
              <a:t>SUBMISSION ASSETS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Everything needed to run, verify, and reproduce.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52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precompute.py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15214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Offline pipeline — builds all artifacts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627632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6642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Online ranker — produces submission.csv in ~16s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139696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1762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6 scoring modules: narrative, specificity, consistency, honeypot, behavioral, trajectory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651760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68833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Pinned dependencies for full reproducibility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163824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200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Final top-100 ranking with grounded reasoning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675888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712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submission_metadata.yaml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37124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Team info, methodology, declarations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4187952"/>
            <a:ext cx="5303520" cy="438912"/>
          </a:xfrm>
          <a:prstGeom prst="roundRect">
            <a:avLst>
              <a:gd name="adj" fmla="val 14583"/>
            </a:avLst>
          </a:prstGeom>
          <a:solidFill>
            <a:srgbClr val="0E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224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validate_submission.py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22452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</a:rPr>
              <a:t>Pre-upload format and honeypot checker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33872" y="1115568"/>
            <a:ext cx="3054096" cy="1463040"/>
          </a:xfrm>
          <a:prstGeom prst="roundRect">
            <a:avLst>
              <a:gd name="adj" fmla="val 6250"/>
            </a:avLst>
          </a:prstGeom>
          <a:solidFill>
            <a:srgbClr val="0E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234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E8E"/>
                </a:solidFill>
              </a:rPr>
              <a:t>GITHUB REPO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932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github.com/thesonisakshi/hired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17556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</a:rPr>
              <a:t>Data &amp; AI Challenge: Intelligent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</a:rPr>
              <a:t>Candidate Discovery — Redrob 2025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33872" y="2743200"/>
            <a:ext cx="3054096" cy="1463040"/>
          </a:xfrm>
          <a:prstGeom prst="roundRect">
            <a:avLst>
              <a:gd name="adj" fmla="val 6250"/>
            </a:avLst>
          </a:prstGeom>
          <a:solidFill>
            <a:srgbClr val="0E2340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862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E8E"/>
                </a:solidFill>
              </a:rPr>
              <a:t>REPRODUCE COMMAND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9320" y="312724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precompute.py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--candidates candidates.jsonl.gz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rank.py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C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submission.csv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33872" y="4315968"/>
            <a:ext cx="3054096" cy="640080"/>
          </a:xfrm>
          <a:prstGeom prst="roundRect">
            <a:avLst>
              <a:gd name="adj" fmla="val 14286"/>
            </a:avLst>
          </a:prstGeom>
          <a:solidFill>
            <a:srgbClr val="0E2340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4370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C4"/>
                </a:solidFill>
              </a:rPr>
              <a:t>AI Tools Declared: Claude (architecture), Cursor (implementation)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6032" y="48006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EklaCholo  ·  Sakshi Soni  ·  Swikruti Soni  ·  sakshirs1234@gmail.com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D9E8E">
              <a:alpha val="12000"/>
            </a:srgbClr>
          </a:solidFill>
          <a:ln w="12700">
            <a:solidFill>
              <a:srgbClr val="0D9E8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4C4B0">
              <a:alpha val="10000"/>
            </a:srgbClr>
          </a:solidFill>
          <a:ln w="12700">
            <a:solidFill>
              <a:srgbClr val="14C4B0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E8E"/>
                </a:solidFill>
              </a:rPr>
              <a:t>We read people, not documents.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C4B0"/>
                </a:solidFill>
              </a:rPr>
              <a:t>github.com/thesonisakshi/hired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EklaCholo  ·  Sakshi Soni  ·  Swikruti Soni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 &amp; AI Challenge: Intelligent Candidate Discovery  ·  Redrob Hackathon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1369</Words>
  <Application>Microsoft Office PowerPoint</Application>
  <PresentationFormat>On-screen Show (16:9)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EklaCholo — Redrob Hackathon</dc:title>
  <dc:subject>PptxGenJS Presentation</dc:subject>
  <dc:creator>PptxGenJS</dc:creator>
  <cp:lastModifiedBy>sakshi soni</cp:lastModifiedBy>
  <cp:revision>2</cp:revision>
  <dcterms:created xsi:type="dcterms:W3CDTF">2026-06-25T04:45:03Z</dcterms:created>
  <dcterms:modified xsi:type="dcterms:W3CDTF">2026-06-25T04:49:20Z</dcterms:modified>
</cp:coreProperties>
</file>